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Clase: Plataforma de Video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+ CSS + JavaScript</a:t>
            </a:r>
          </a:p>
          <a:p>
            <a:r>
              <a:t>Proyecto educativo práctico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1: Reproductor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&lt;video&gt;</a:t>
            </a:r>
          </a:p>
          <a:p>
            <a:r>
              <a:t>Eventos (play, pause, timeupdate)</a:t>
            </a:r>
          </a:p>
          <a:p>
            <a:r>
              <a:t>Archivos locales</a:t>
            </a:r>
          </a:p>
          <a:p>
            <a:r>
              <a:t>Base del sistema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2: Cloudinary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Hosting de videos</a:t>
            </a:r>
          </a:p>
          <a:p>
            <a:r>
              <a:t>25GB ancho de banda</a:t>
            </a:r>
          </a:p>
          <a:p>
            <a:r>
              <a:t>Optimización: q_auto, f_auto</a:t>
            </a:r>
          </a:p>
          <a:p>
            <a:r>
              <a:t>Consumo real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3: Multiplataforma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Drive (limitado)</a:t>
            </a:r>
          </a:p>
          <a:p>
            <a:r>
              <a:t>MEGA (restricciones)</a:t>
            </a:r>
          </a:p>
          <a:p>
            <a:r>
              <a:t>YouTube (embed)</a:t>
            </a:r>
          </a:p>
          <a:p>
            <a:r>
              <a:t>Cloudinary (control)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Streaming</a:t>
            </a:r>
          </a:p>
          <a:p>
            <a:r>
              <a:t>CDN</a:t>
            </a:r>
          </a:p>
          <a:p>
            <a:r>
              <a:t>Ancho de banda</a:t>
            </a:r>
          </a:p>
          <a:p>
            <a:r>
              <a:t>Optimización de video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Problemas Reales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Límites de datos</a:t>
            </a:r>
          </a:p>
          <a:p>
            <a:r>
              <a:t>Costos</a:t>
            </a:r>
          </a:p>
          <a:p>
            <a:r>
              <a:t>Compatibilidad</a:t>
            </a:r>
          </a:p>
          <a:p>
            <a:r>
              <a:t>Políticas externas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Ejercicio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¿Cómo harías un Netflix básico?</a:t>
            </a:r>
          </a:p>
          <a:p>
            <a:r>
              <a:t>¿Qué plataforma usarías?</a:t>
            </a:r>
          </a:p>
          <a:p>
            <a:r>
              <a:t>¿Por qué?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 local a internet</a:t>
            </a:r>
          </a:p>
          <a:p>
            <a:r>
              <a:t>De control a limitaciones</a:t>
            </a:r>
          </a:p>
          <a:p>
            <a:r>
              <a:t>Pensamiento real de ingeniería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